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D606DA-B5DD-458B-AB77-62AAEBCB55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89BF14-C61C-4EDF-947E-C3908EF344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960604-C760-421F-A634-7C2DF1B95A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191C3C-2F4C-4067-A391-EB2F148C87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DE4B32-4FB2-40F1-973F-81D8FF2C64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C3C085-BD00-45DA-B70A-7D40D6FC4B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386897-608A-4824-BB73-4BC81EBE57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1BE86B-928A-4E8B-9AC6-F11F97739E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16053B-5A22-4D7C-89E3-04418AA32E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364680"/>
            <a:ext cx="82292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2139480"/>
            <a:ext cx="82292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74C606-EB04-4624-80B4-585FAD431D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54C28F-32A5-4428-8AE6-448B233293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731520" y="1371600"/>
            <a:ext cx="136800" cy="640044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188720" y="1371600"/>
            <a:ext cx="6857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I Built a Startup OS</a:t>
            </a:r>
            <a:br>
              <a:rPr sz="5400"/>
            </a:b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Inside Claude Code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188720" y="3840480"/>
            <a:ext cx="6857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18 skills. 87 evals. Zero config. Here's what it does.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914400" y="731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94560"/>
                </a:solidFill>
                <a:effectLst/>
                <a:uFillTx/>
                <a:latin typeface="Arial"/>
              </a:rPr>
              <a:t>THE PROBLEM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1097280" y="2560320"/>
            <a:ext cx="69490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Every startup founder uses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10+ tools to run their business.</a:t>
            </a:r>
            <a:br>
              <a:rPr sz="3600"/>
            </a:b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What if ONE plugin could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replace them all?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914400" y="2743200"/>
            <a:ext cx="2437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e94560"/>
                </a:solidFill>
                <a:effectLst/>
                <a:uFillTx/>
                <a:latin typeface="Arial Black"/>
              </a:rPr>
              <a:t>18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14400" y="3931920"/>
            <a:ext cx="2437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Domain Skills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3352680" y="2743200"/>
            <a:ext cx="2437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e94560"/>
                </a:solidFill>
                <a:effectLst/>
                <a:uFillTx/>
                <a:latin typeface="Arial Black"/>
              </a:rPr>
              <a:t>8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3352680" y="3931920"/>
            <a:ext cx="2437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AI Agents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5791320" y="2743200"/>
            <a:ext cx="2437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e94560"/>
                </a:solidFill>
                <a:effectLst/>
                <a:uFillTx/>
                <a:latin typeface="Arial Black"/>
              </a:rPr>
              <a:t>20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5791320" y="3931920"/>
            <a:ext cx="2437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Slash Commands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945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914400" y="2926080"/>
            <a:ext cx="7314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What's Inside?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1371600" y="4937760"/>
            <a:ext cx="6400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Three pillars of startup intelligence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914400" y="73152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Startup Ops (9 skills)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914400" y="1645920"/>
            <a:ext cx="1371240" cy="3780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1097280" y="2011680"/>
            <a:ext cx="6949080" cy="64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CEO Advisor — strategy, fundraising, board prep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CTO Advisor — architecture, stack selection, tech debt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Product Manager — PRDs, RICE prioritization, roadmaps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Marketing — SEO, CRO, copywriting, 19 traction channels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Sales &amp; GTM — 137 triggers, cold email, 11 GTM plays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Finance — SaaS metrics, runway, financial modeling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Founder — idea validation, Mom Test, 10-book knowledge base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Legal — entity structure, contracts, compliance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Engineering — agent design, RAG, MCP, CI/CD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914400" y="731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94560"/>
                </a:solidFill>
                <a:effectLst/>
                <a:uFillTx/>
                <a:latin typeface="Arial"/>
              </a:rPr>
              <a:t>COMPETITIVE INTELLIGENCE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1097280" y="2560320"/>
            <a:ext cx="69490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9-phase research framework</a:t>
            </a:r>
            <a:br>
              <a:rPr sz="3600"/>
            </a:b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12 search strategies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Top-20 scoring system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Hidden API discovery</a:t>
            </a:r>
            <a:br>
              <a:rPr sz="3600"/>
            </a:b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Know your market better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than your competitors know themselves.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914400" y="73152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Content Creation (7 skills)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914400" y="1645920"/>
            <a:ext cx="1371240" cy="3780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1097280" y="2011680"/>
            <a:ext cx="6949080" cy="64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LinkedIn — 12 post types, 55+ hooks, algorithm 2025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Carousel — 21 PPTX layouts, auto brand integration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Brand Voice — colors, fonts, voice spectrums, 6 platforms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HTML Slides — zero-dep presentations, 12 style presets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Video — 5 templates, Remotion bridge, shot lists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SOP — runbooks, playbooks, process maps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 Visual Media — AI-powered image sourcing &amp; review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914400" y="731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94560"/>
                </a:solidFill>
                <a:effectLst/>
                <a:uFillTx/>
                <a:latin typeface="Arial"/>
              </a:rPr>
              <a:t>THE SECRET SAUCE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1097280" y="2560320"/>
            <a:ext cx="69490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Intelligent routing that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UNDERSTANDS your intent.</a:t>
            </a:r>
            <a:br>
              <a:rPr sz="3600"/>
            </a:b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Say "write a data-driven post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about our market"</a:t>
            </a:r>
            <a:br>
              <a:rPr sz="3600"/>
            </a:b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It runs research FIRST,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then writes the post.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914400" y="2743200"/>
            <a:ext cx="2437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e94560"/>
                </a:solidFill>
                <a:effectLst/>
                <a:uFillTx/>
                <a:latin typeface="Arial Black"/>
              </a:rPr>
              <a:t>87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914400" y="3931920"/>
            <a:ext cx="2437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Eval Scenarios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3352680" y="2743200"/>
            <a:ext cx="2437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e94560"/>
                </a:solidFill>
                <a:effectLst/>
                <a:uFillTx/>
                <a:latin typeface="Arial Black"/>
              </a:rPr>
              <a:t>80+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3352680" y="3931920"/>
            <a:ext cx="2437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Reference Docs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5791320" y="2743200"/>
            <a:ext cx="2437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e94560"/>
                </a:solidFill>
                <a:effectLst/>
                <a:uFillTx/>
                <a:latin typeface="Arial Black"/>
              </a:rPr>
              <a:t>7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5791320" y="3931920"/>
            <a:ext cx="2437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Source Repos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914400" y="2011680"/>
            <a:ext cx="7314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Your AI Co-Founder</a:t>
            </a:r>
            <a:br>
              <a:rPr sz="4000"/>
            </a:b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is One Install Away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1371600" y="3474720"/>
            <a:ext cx="6400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Open source. MIT license. Works out of the box.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3"/>
          <p:cNvSpPr/>
          <p:nvPr/>
        </p:nvSpPr>
        <p:spPr>
          <a:xfrm>
            <a:off x="2971800" y="5303520"/>
            <a:ext cx="3200040" cy="731160"/>
          </a:xfrm>
          <a:prstGeom prst="roundRect">
            <a:avLst>
              <a:gd name="adj" fmla="val 30000"/>
            </a:avLst>
          </a:prstGeom>
          <a:solidFill>
            <a:srgbClr val="e945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Install Now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914400" y="64922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94560"/>
                </a:solidFill>
                <a:effectLst/>
                <a:uFillTx/>
                <a:latin typeface="Arial"/>
              </a:rPr>
              <a:t>github.com/ceoimperiumprojects/imperium-brain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LibreOffice/25.8.5.2$Linux_X86_64 LibreOffice_project/252c20f6956e3db0b52e6e2f9dda67263513c8fc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2026-03-16T14:38:43Z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