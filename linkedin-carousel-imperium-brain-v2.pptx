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640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I Replaced 10</a:t>
            </a:r>
            <a:br/>
            <a:r>
              <a:t>Startup Tools</a:t>
            </a:r>
            <a:br/>
            <a:r>
              <a:t>With One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Arial"/>
              </a:defRPr>
            </a:pPr>
            <a:r>
              <a:t>And it runs inside Claude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Arial"/>
              </a:defRPr>
            </a:pPr>
            <a:r>
              <a:t>THE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Notion for docs.</a:t>
            </a:r>
            <a:br/>
            <a:r>
              <a:t>Linear for roadmaps.</a:t>
            </a:r>
            <a:br/>
            <a:r>
              <a:t>Canva for carousels.</a:t>
            </a:r>
            <a:br/>
            <a:r>
              <a:t>HubSpot for sales.</a:t>
            </a:r>
            <a:br/>
            <a:r>
              <a:t>SEMrush for SEO.</a:t>
            </a:r>
            <a:br/>
            <a:br/>
            <a:r>
              <a:t>Too many tabs.</a:t>
            </a:r>
            <a:br/>
            <a:r>
              <a:t>Too many subscriptions.</a:t>
            </a:r>
            <a:br/>
            <a:r>
              <a:t>Zero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Arial"/>
              </a:defRPr>
            </a:pPr>
            <a: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What if your AI assistant</a:t>
            </a:r>
            <a:br/>
            <a:r>
              <a:t>already knew:</a:t>
            </a:r>
            <a:br/>
            <a:br/>
            <a:r>
              <a:t>How to write a pitch deck?</a:t>
            </a:r>
            <a:br/>
            <a:r>
              <a:t>How to validate an idea?</a:t>
            </a:r>
            <a:br/>
            <a:r>
              <a:t>How to write cold emails</a:t>
            </a:r>
            <a:br/>
            <a:r>
              <a:t>that actually get replies?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 Black"/>
              </a:defRPr>
            </a:pPr>
            <a:r>
              <a:t>So I Built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937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</a:defRPr>
            </a:pPr>
            <a:r>
              <a:t>7 repos. 10 books. 121K+ impressions of tested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74720" cy="69494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 Black"/>
              </a:defRPr>
            </a:pPr>
            <a:r>
              <a:t>WITHOUT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7432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5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z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v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</p:txBody>
      </p:sp>
      <p:sp>
        <p:nvSpPr>
          <p:cNvPr id="6" name="Oval 5"/>
          <p:cNvSpPr/>
          <p:nvPr/>
        </p:nvSpPr>
        <p:spPr>
          <a:xfrm>
            <a:off x="4206240" y="475488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645920"/>
            <a:ext cx="3474720" cy="69494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 Black"/>
              </a:defRPr>
            </a:pPr>
            <a:r>
              <a:t>WITH IMPERIUM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651760"/>
            <a:ext cx="27432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1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3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7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v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3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4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-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z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,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</a:t>
            </a:r>
            <a:br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-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v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243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Domain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2743200"/>
            <a:ext cx="243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393192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Eval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2743200"/>
            <a:ext cx="243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80+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0" y="393192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Reference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It Thinks, Not Just Executes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9494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Say "write a data-driven post" — it researches first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Say "on-brand carousel" — it reads your brand.json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Say "validate my idea" — 5 fatal questions + scorecard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Say "cold email" — 137 triggers, &lt;100 words, ready to send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Say "pitch deck" — 12-slide investor structure, auto-branded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>
                <a:solidFill>
                  <a:srgbClr val="00D4FF"/>
                </a:solidFill>
                <a:latin typeface="Arial Black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800" i="1">
                <a:solidFill>
                  <a:srgbClr val="FFFFFF"/>
                </a:solidFill>
                <a:latin typeface="Arial"/>
              </a:defRPr>
            </a:pPr>
            <a:r>
              <a:t>The best tools don't add complexity.</a:t>
            </a:r>
            <a:br/>
            <a:r>
              <a:t>They absorb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Arial"/>
              </a:defRPr>
            </a:pPr>
            <a:r>
              <a:t>ONE INSTALL. ZERO CONFIG.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6949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CEO advisor</a:t>
            </a:r>
            <a:br/>
            <a:r>
              <a:t>CTO advisor</a:t>
            </a:r>
            <a:br/>
            <a:r>
              <a:t>Product manager</a:t>
            </a:r>
            <a:br/>
            <a:r>
              <a:t>Marketing + Sales</a:t>
            </a:r>
            <a:br/>
            <a:r>
              <a:t>Finance + Legal</a:t>
            </a:r>
            <a:br/>
            <a:r>
              <a:t>Research engine</a:t>
            </a:r>
            <a:br/>
            <a:r>
              <a:t>LinkedIn + Carousel + Video</a:t>
            </a:r>
            <a:br/>
            <a:r>
              <a:t>Brand system</a:t>
            </a:r>
            <a:br/>
            <a:br/>
            <a:r>
              <a:t>All in one plugin.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Stop Tab-Switching.</a:t>
            </a:r>
            <a:br/>
            <a:r>
              <a:t>Start Building.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Open source. MIT license. Works in 30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5303520"/>
            <a:ext cx="3200400" cy="731520"/>
          </a:xfrm>
          <a:prstGeom prst="roundRect">
            <a:avLst>
              <a:gd name="adj" fmla="val 3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Get imperium-brain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92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D4FF"/>
                </a:solidFill>
                <a:latin typeface="Arial"/>
              </a:defRPr>
            </a:pPr>
            <a:r>
              <a:t>github.com/ceoimperiumprojects/imperium-brain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